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Speaker: mention the bank partner.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Roadmap 2027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Launch SAMYAK pilot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Numbers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36576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</a:tblGrid>
              <a:tr h="457200">
                <a:tc>
                  <a:txBody>
                    <a:bodyPr/>
                    <a:lstStyle/>
                    <a:p>
                      <a:r>
                        <a:t>KPI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Target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Lag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&lt; 5 min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1828800" cy="1828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